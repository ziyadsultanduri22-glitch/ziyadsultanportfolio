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60" r:id="rId1"/>
  </p:sldMasterIdLst>
  <p:notesMasterIdLst>
    <p:notesMasterId r:id="rId2"/>
  </p:notesMasterIdLst>
  <p:sldIdLst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102313"/>
            <a:ext cx="9144000" cy="6653373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256149" y="0"/>
            <a:ext cx="8631701" cy="68580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270019" y="0"/>
            <a:ext cx="6603962" cy="6857999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01011"/>
            <a:ext cx="9144000" cy="6455977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74110" y="0"/>
            <a:ext cx="8795780" cy="685800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154658"/>
            <a:ext cx="9144000" cy="6548684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64528" y="0"/>
            <a:ext cx="9014943" cy="68580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5913" y="0"/>
            <a:ext cx="9072174" cy="685800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7897"/>
            <a:ext cx="9144000" cy="6802206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320360"/>
            <a:ext cx="9144000" cy="6217279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07910"/>
            <a:ext cx="9143999" cy="6442179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X657</dc:creator>
  <dcterms:created xsi:type="dcterms:W3CDTF">2015-05-12T03:30:45Z</dcterms:created>
  <dcterms:modified xsi:type="dcterms:W3CDTF">2026-06-02T17:19:50Z</dcterms:modified>
</cp:coreProperties>
</file>